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B5FFF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58952"/>
            <a:ext cx="16459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SOFTWARE FACTORY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AI-assisted para transformar briefing em backlog, requisitos, QA, arquitetura e handoff tecnico governado.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Apresentacao para contexto academico: produto, arquitetura, agentes, governanca e evidencia de evolucao tecnica.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4663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0223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4828032"/>
            <a:ext cx="73152" cy="63093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482803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central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50657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-&gt; codigo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97480" y="4663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0223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2072" y="4828032"/>
            <a:ext cx="73152" cy="6309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482803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4952" y="50657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+ agentes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800600" y="4663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0223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4828032"/>
            <a:ext cx="73152" cy="6309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482803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48072" y="50657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retrabalho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812280" y="777240"/>
            <a:ext cx="4754880" cy="5394960"/>
          </a:xfrm>
          <a:prstGeom prst="roundRect">
            <a:avLst>
              <a:gd name="adj" fmla="val 2308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0" name="Image 0" descr="C:\Users\bleao\ai-software-factory\docs\screenshots\project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871" y="987552"/>
            <a:ext cx="3317699" cy="46634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que o produto resolve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parte do retrabalho em software nasce antes do codigo, quando ainda existem ambiguidades sobre o que sera construido.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116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Sintomas comuns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33172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vagos e criterios de aceite incompletos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desalinhamento entre produto, engenharia e QA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iniciada cedo demais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 caro por descoberta tardia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confianca para iniciar implementacao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20116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praticos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33172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atrasos e correcoes recorrentes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mudancas de interpretacao no meio da entrega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chegando tarde ao fluxo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de auditar decisoes tecnicas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previsibilidade para squads e software houses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182880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94776" y="201168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Hipotese do Aligna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94776" y="2331720"/>
            <a:ext cx="29443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time ganha um fluxo operacional unico entre briefing, backlog, requisitos, QA e arquitetura, a qualidade do handoff sobe e o retrabalho antes da implementacao cai.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 DO PRODUTO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Aligna organiza o que precisa ficar claro antes da implementacao comecar.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e apenas um chat nem apenas um gerador de texto: e uma plataforma com fluxo, persistencia, gates e governanca.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404872"/>
            <a:ext cx="73152" cy="6766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40487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264261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de produto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10128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404872"/>
            <a:ext cx="73152" cy="6766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40487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64261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governado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17336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1928" y="2404872"/>
            <a:ext cx="73152" cy="6766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40487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64808" y="264261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ambiguidade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74904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entrega hoje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" y="4069080"/>
            <a:ext cx="320040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inicial com epicos, stories e tasks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refinamento de requisitos por historia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por historia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 arquitetura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Studio para implementacao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3566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374904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faz sentido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98848" y="4069080"/>
            <a:ext cx="320040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houses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 de produto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consultorias de tecnologia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operacoes com backlog crescente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que querem discovery mais governado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2440" y="35661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1896" y="374904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central do produto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11896" y="4069080"/>
            <a:ext cx="31272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acelera rascunhos e estrutura. Humanos aprovam o que e critico. Isso posiciona a plataforma como apoio a decisao, nao substituicao cega de julgamento.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operacional ponta a ponta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2140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090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5351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9592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2803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7044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0255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4496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7707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19488" y="2505456"/>
            <a:ext cx="310896" cy="256032"/>
          </a:xfrm>
          <a:prstGeom prst="chevron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19456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58984" y="24414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451592" y="24871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Implementacao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" y="40690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 do produto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5256" y="438912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 obriga clareza progressiva. Cada etapa gera artefatos persistidos, visiveis no board e rastreaveis por projeto e por task.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26280" y="388620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406908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critico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45736" y="4389120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so deve avancar quando as historias relevantes ja foram refinadas e receberam QA. Isso reduz aceleracao prematura.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75320" y="3886200"/>
            <a:ext cx="3246120" cy="164592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94776" y="4069080"/>
            <a:ext cx="2807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Extensao atual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94776" y="4389120"/>
            <a:ext cx="2807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Code Studio transforma o handoff tecnico em plano, impacto, workstreams, review, risco e integracao incremental.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Superficies do produto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6" name="Image 0" descr="C:\Users\bleao\ai-software-factory\docs\screenshots\auth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137" y="1435608"/>
            <a:ext cx="2380765" cy="1636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072384"/>
            <a:ext cx="2743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3172968"/>
            <a:ext cx="24871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Autenticacao e workspace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3258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0" name="Image 1" descr="C:\Users\bleao\ai-software-factory\docs\screenshots\project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376" y="1435608"/>
            <a:ext cx="1164447" cy="16367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3072384"/>
            <a:ext cx="2743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57016" y="3172968"/>
            <a:ext cx="24871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Visao do projeto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55080" y="13258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4" name="Image 2" descr="C:\Users\bleao\ai-software-factory\docs\screenshots\projects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071" y="1435608"/>
            <a:ext cx="1543218" cy="163677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55080" y="3072384"/>
            <a:ext cx="2743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83096" y="3172968"/>
            <a:ext cx="24871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operacional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81160" y="132588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8" name="Image 3" descr="C:\Users\bleao\ai-software-factory\docs\screenshots\ai-govern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047" y="1435608"/>
            <a:ext cx="713386" cy="163677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281160" y="3072384"/>
            <a:ext cx="24231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409176" y="3172968"/>
            <a:ext cx="21671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 de IA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02920" y="36576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22376" y="38404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como processo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4088" y="416052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e autenticacao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catalogo de projetos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com status por task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 da task com artefatos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 operacional e de IA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89120" y="36576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608576" y="384048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importante para a banca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90288" y="4160520"/>
            <a:ext cx="329184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ja e navegavel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persistencia por projeto e historia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etapas sao observaveis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nao depende de uma unica chamada de IA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275320" y="36576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494776" y="384048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Mensagem-chave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494776" y="4160520"/>
            <a:ext cx="29443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interface nao existe apenas para exibir texto gerado. Ela estrutura a operacao do fluxo e a transicao entre agentes, gate e implementacao.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ORQUESTRACAO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agentes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249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backlog inicial e organiza epicos, stories e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00984" y="2249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 fluxos, regras, excecoes e criterios de aceite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9864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Engineer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9864" y="2249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estrategia, cenarios, dados e casos de teste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38744" y="22494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stack, modulos, contratos e arquitetura tecnica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20240" y="3886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6544" y="4050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Backend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66544" y="4306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dominio, API, persistencia e contratos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886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4050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Frontend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64024" y="4306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tela, estados, produto e integracao de UI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0" y="38862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4050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61504" y="4306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review, risco, diff e validacao final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5715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a camada de implementacao ja evoluiu de um pipeline unico para um fluxo mais senior, com workstreams, lanes, repair por vertente e review por risco.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tecnica da plataforma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3736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057400"/>
            <a:ext cx="292608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pages, componentes e services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board, projetos, governanca, code studio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 operacao por projeto e por task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73736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6008" y="2057400"/>
            <a:ext cx="292608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controllers, routes, services e middleware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de artefatos, runs e governanca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 arquitetura e superficie de implementacao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9056" y="173736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30768" y="2057400"/>
            <a:ext cx="292608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orquestrador Python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especializados por etapa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multi-provider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e politicas de execucao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2880360"/>
            <a:ext cx="292608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2880360"/>
            <a:ext cx="292608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303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5486400"/>
            <a:ext cx="10442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para o professor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5806440"/>
            <a:ext cx="10442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separa interface, aplicacao e processamento especializado. Isso facilita manutencao, observabilidade, extensao de agentes e futura evolucao para produto multi-tenant mais robusto.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 de IA e confiabilidade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536192"/>
            <a:ext cx="73152" cy="630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53619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suportados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17739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536192"/>
            <a:ext cx="73152" cy="63093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53619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56432" y="17739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 + fallback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577840" y="137160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42432" y="1536192"/>
            <a:ext cx="73152" cy="6309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153619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25312" y="17739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continuidade operacional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1536192"/>
            <a:ext cx="73152" cy="6309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536192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94192" y="1773936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execucao observavel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0080" y="2697480"/>
            <a:ext cx="51663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2880360"/>
            <a:ext cx="4727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atuais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3200400"/>
            <a:ext cx="480060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preferencial configuravel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e desabilitar providers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locais e remotos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chave e conexao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para continuidade de execucao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2697480"/>
            <a:ext cx="5074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5" name="Image 0" descr="C:\Users\bleao\ai-software-factory\docs\screenshots\ai-gover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147" y="2807208"/>
            <a:ext cx="1052145" cy="241401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080760" y="5221224"/>
            <a:ext cx="50749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08776" y="5321808"/>
            <a:ext cx="4818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de governanca de IA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" y="580644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importante: o produto assume que IA e infraestrutura instavel fazem parte do mundo real. Por isso ha governanca e estrategia de runtime, nao so chamadas ad hoc.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IMPLEMENTACAO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Studio e handoff tecnico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9875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camada de implementacao foi evoluida para parecer mais um agente de engenharia de alto nivel do que um simples gerador de codigo.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965960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ja faz hoje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286000"/>
            <a:ext cx="3246120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explicito de implementacao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antes de codar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e execution phases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 diff e risco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de projeto e padrões por dominio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lanes de backend, frontend e shared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965960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Evolucao recente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2286000"/>
            <a:ext cx="3246120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dividido em backend e frontend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scope por vertente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 observabilidade por lane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execucao paralela backend/frontend quando possivel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modes para telas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e review visual de 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7830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1965960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importa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93608" y="2286000"/>
            <a:ext cx="32461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 falso positivo e falhas estruturais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 a esteira mais previsivel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 o sistema de engenharia assistida real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caminho para geracao de produto mais intencional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DEMONSTRACAO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caso: Central de Chamados Internos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usado para validar a esteira de implementacao e a evolucao visual das interfaces geradas.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874520"/>
            <a:ext cx="3081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trabalhadas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194560"/>
            <a:ext cx="315468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chamado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 por perfil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notificacoes por e-mail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e comprovantes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gerencial de suporte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1874520"/>
            <a:ext cx="3081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Aprendizados tecnicos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194560"/>
            <a:ext cx="315468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semantico de dominio importa muito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 specialist precisavam evoluir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vazava contexto tecnico demais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workbenches genericos deixavam tudo parecido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regeneracao com bypass de cache era necessaria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187452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para a demonstracao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02168" y="219456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mais robusto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contaminacao entre features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 com menos vazamento de requisitos e QA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mais limpa para novas geracoes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concreta de evolucao do produto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 e contribuicao academica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50876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 do produto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e apenas texto gerado: ha processo, estado e persistencia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 backlog, requisitos, QA, arquitetura e implementacao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 governanca de runtime de 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observabilidade de artefatos e execucoes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gates para reduzir aceleracao prematura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50876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academico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0288" y="1828800"/>
            <a:ext cx="3291840" cy="196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sistema sociotecnico com agentes especializados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discute governanca e confiabilidade de IA aplicada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separacao entre automacao e aprovacao humana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estudar handoff entre produto e engenharia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como caso de evolucao incremental de arquitetura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5320" y="13258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94776" y="1508760"/>
            <a:ext cx="2944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que o produto ajuda a responder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94776" y="1828800"/>
            <a:ext cx="29443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transformar briefing, refinamento, validacao e implementacao em um fluxo operacional governado, observavel e menos ambiguo usando agentes de IA?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Aligna demonstra que IA pode ser usada para organizar a preparacao da entrega de software com mais clareza, governanca e continuidade operacional.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2880360"/>
            <a:ext cx="5669280" cy="2684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completo entre ideia e handoff tecnico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em camadas com agentes especializados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 de runtime de IA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pratico de evolucao no Central de Chamados Internos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pronta para futuras pesquisas e evolucao do produto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26680" y="1325880"/>
            <a:ext cx="3794760" cy="4297680"/>
          </a:xfrm>
          <a:prstGeom prst="roundRect">
            <a:avLst>
              <a:gd name="adj" fmla="val 2410"/>
            </a:avLst>
          </a:prstGeom>
          <a:solidFill>
            <a:srgbClr val="1022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6276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Sugestao de fala final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73568" y="196596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produto nao tenta substituir pensamento de produto, arquitetura ou QA. Ele tenta organizar melhor essas camadas com apoio de IA, para que a implementacao comece com mais clareza e menos retrabalho.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73568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 | apresentacao academica |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 Software Factory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Aligna - Plataforma AI-assisted para alinhamento e preparacao de software</dc:title>
  <dc:subject>Apresentacao academica do produto Aligna</dc:subject>
  <dc:creator>OpenAI Codex</dc:creator>
  <cp:lastModifiedBy>OpenAI Codex</cp:lastModifiedBy>
  <cp:revision>1</cp:revision>
  <dcterms:created xsi:type="dcterms:W3CDTF">2026-03-28T19:24:30Z</dcterms:created>
  <dcterms:modified xsi:type="dcterms:W3CDTF">2026-03-28T19:24:30Z</dcterms:modified>
</cp:coreProperties>
</file>